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443" r:id="rId3"/>
    <p:sldId id="444" r:id="rId4"/>
    <p:sldId id="304" r:id="rId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E56B3-9925-423A-883D-FED04CF3B60E}" type="datetimeFigureOut">
              <a:rPr lang="el-GR" smtClean="0"/>
              <a:t>31/10/2022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2D920-E2F5-4450-8A56-B2BE96BCDD8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85086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10411"/>
            <a:ext cx="9144000" cy="260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217919"/>
            <a:ext cx="9144000" cy="6355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F6F6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99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C330E7F1-CF6D-470E-9317-6727EC4CE113}"/>
              </a:ext>
            </a:extLst>
          </p:cNvPr>
          <p:cNvSpPr/>
          <p:nvPr userDrawn="1"/>
        </p:nvSpPr>
        <p:spPr>
          <a:xfrm>
            <a:off x="1" y="1"/>
            <a:ext cx="1676400" cy="965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10411"/>
            <a:ext cx="9144000" cy="260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217919"/>
            <a:ext cx="9144000" cy="6355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F6F6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2930" y="1367981"/>
            <a:ext cx="4021454" cy="3576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6F6F6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BD24B53-7F25-4AB9-B5C9-6B105D53E25A}"/>
              </a:ext>
            </a:extLst>
          </p:cNvPr>
          <p:cNvSpPr/>
          <p:nvPr userDrawn="1"/>
        </p:nvSpPr>
        <p:spPr>
          <a:xfrm>
            <a:off x="1" y="1"/>
            <a:ext cx="1676400" cy="965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F6F6F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10411"/>
            <a:ext cx="9144000" cy="2606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19600" y="234188"/>
            <a:ext cx="457263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6F6F6F"/>
                </a:solidFill>
                <a:latin typeface="Georgia"/>
                <a:cs typeface="Georgia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3204" y="1316253"/>
            <a:ext cx="6809105" cy="414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99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EBDF6487-ACC0-4A09-9DA7-99C2E7EC033B}"/>
              </a:ext>
            </a:extLst>
          </p:cNvPr>
          <p:cNvSpPr/>
          <p:nvPr userDrawn="1"/>
        </p:nvSpPr>
        <p:spPr>
          <a:xfrm>
            <a:off x="1" y="1"/>
            <a:ext cx="1676400" cy="9651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hyperlink" Target="mailto:a.ampatzoglou@uom.edu.g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7967"/>
            <a:ext cx="9141460" cy="2455545"/>
          </a:xfrm>
          <a:custGeom>
            <a:avLst/>
            <a:gdLst/>
            <a:ahLst/>
            <a:cxnLst/>
            <a:rect l="l" t="t" r="r" b="b"/>
            <a:pathLst>
              <a:path w="9141460" h="2455545">
                <a:moveTo>
                  <a:pt x="0" y="2455163"/>
                </a:moveTo>
                <a:lnTo>
                  <a:pt x="9140952" y="2455163"/>
                </a:lnTo>
                <a:lnTo>
                  <a:pt x="9140952" y="0"/>
                </a:lnTo>
                <a:lnTo>
                  <a:pt x="0" y="0"/>
                </a:lnTo>
                <a:lnTo>
                  <a:pt x="0" y="2455163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010411"/>
            <a:ext cx="9144000" cy="260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17919"/>
            <a:ext cx="9144000" cy="6355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53516" y="1801814"/>
            <a:ext cx="799680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lang="el-GR" sz="3600" spc="-5" dirty="0">
                <a:solidFill>
                  <a:srgbClr val="FFFFFF"/>
                </a:solidFill>
              </a:rPr>
              <a:t>Σχεδιαστικές Αποφάσεις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75678" y="3200400"/>
            <a:ext cx="8759851" cy="20973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640" algn="r">
              <a:lnSpc>
                <a:spcPct val="100000"/>
              </a:lnSpc>
              <a:spcBef>
                <a:spcPts val="95"/>
              </a:spcBef>
            </a:pPr>
            <a:r>
              <a:rPr lang="en-US" sz="2400" spc="-5" dirty="0">
                <a:solidFill>
                  <a:srgbClr val="FFFFFF"/>
                </a:solidFill>
                <a:latin typeface="Georgia"/>
                <a:cs typeface="Georgia"/>
              </a:rPr>
              <a:t>BSc: Software Quality</a:t>
            </a:r>
            <a:endParaRPr sz="2400" dirty="0">
              <a:latin typeface="Georgia"/>
              <a:cs typeface="Georgia"/>
            </a:endParaRPr>
          </a:p>
          <a:p>
            <a:pPr algn="r">
              <a:lnSpc>
                <a:spcPct val="100000"/>
              </a:lnSpc>
              <a:spcBef>
                <a:spcPts val="10"/>
              </a:spcBef>
            </a:pPr>
            <a:endParaRPr sz="3350" dirty="0">
              <a:latin typeface="Times New Roman"/>
              <a:cs typeface="Times New Roman"/>
            </a:endParaRPr>
          </a:p>
          <a:p>
            <a:pPr marL="12700" algn="r">
              <a:lnSpc>
                <a:spcPct val="100000"/>
              </a:lnSpc>
            </a:pPr>
            <a:endParaRPr lang="el-GR" sz="2400" spc="-45" dirty="0">
              <a:solidFill>
                <a:srgbClr val="6F6F6F"/>
              </a:solidFill>
              <a:latin typeface="Times New Roman"/>
              <a:cs typeface="Times New Roman"/>
            </a:endParaRPr>
          </a:p>
          <a:p>
            <a:pPr marL="12700" algn="r">
              <a:lnSpc>
                <a:spcPct val="100000"/>
              </a:lnSpc>
            </a:pPr>
            <a:r>
              <a:rPr lang="el-GR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Απόστολος Αμπατζόγλου</a:t>
            </a:r>
          </a:p>
          <a:p>
            <a:pPr marL="12700" algn="r">
              <a:lnSpc>
                <a:spcPct val="100000"/>
              </a:lnSpc>
            </a:pPr>
            <a:r>
              <a:rPr lang="el-GR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Επίκουρος Καθηγητής</a:t>
            </a:r>
          </a:p>
          <a:p>
            <a:pPr marL="12700" algn="r">
              <a:lnSpc>
                <a:spcPct val="100000"/>
              </a:lnSpc>
            </a:pPr>
            <a:r>
              <a:rPr lang="en-US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hlinkClick r:id="rId4"/>
              </a:rPr>
              <a:t>a.ampatzoglou@uom.edu.gr</a:t>
            </a:r>
            <a:r>
              <a:rPr lang="en-US" spc="-45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</a:rPr>
              <a:t> </a:t>
            </a:r>
            <a:endParaRPr lang="el-GR" spc="-45" dirty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8033EF0-4575-4FFB-839A-D7833DC6A6B8}"/>
              </a:ext>
            </a:extLst>
          </p:cNvPr>
          <p:cNvSpPr/>
          <p:nvPr/>
        </p:nvSpPr>
        <p:spPr>
          <a:xfrm>
            <a:off x="1" y="1"/>
            <a:ext cx="1676400" cy="9651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9AC5805-B205-444A-941B-DAA48B646D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19600" y="234188"/>
            <a:ext cx="4572634" cy="492443"/>
          </a:xfrm>
        </p:spPr>
        <p:txBody>
          <a:bodyPr/>
          <a:lstStyle/>
          <a:p>
            <a:pPr algn="r"/>
            <a:r>
              <a:rPr lang="en-US" altLang="en-US" dirty="0"/>
              <a:t>Example</a:t>
            </a:r>
            <a:endParaRPr lang="el-GR" altLang="en-US" dirty="0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62C707F-4B96-489A-8ECD-916EC232A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87434" cy="4847481"/>
          </a:xfrm>
        </p:spPr>
        <p:txBody>
          <a:bodyPr/>
          <a:lstStyle/>
          <a:p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Consider the creation of 3D racing game</a:t>
            </a:r>
          </a:p>
          <a:p>
            <a:endParaRPr lang="el-GR" alt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In this game the designers would like to present in the main scenes: the cars, the road, and some trees</a:t>
            </a:r>
            <a:endParaRPr lang="el-GR" alt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l-GR" alt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The car body parts (body, wheels, windows) should animate both autonomously and as a whole</a:t>
            </a:r>
          </a:p>
          <a:p>
            <a:endParaRPr lang="en-US" alt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</a:rPr>
              <a:t>All drawing and animation functions are already implemented in legacy applications</a:t>
            </a:r>
          </a:p>
          <a:p>
            <a:endParaRPr lang="en-US" alt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algn="l"/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</a:rPr>
              <a:t>The designers want the 3D scene to handle all objects interchangeably and uniformly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71938-6C7F-0348-64CF-DB4CD620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0" y="234188"/>
            <a:ext cx="4572634" cy="492443"/>
          </a:xfrm>
        </p:spPr>
        <p:txBody>
          <a:bodyPr/>
          <a:lstStyle/>
          <a:p>
            <a:pPr algn="r"/>
            <a:r>
              <a:rPr lang="en-US" dirty="0"/>
              <a:t>Answer Template</a:t>
            </a:r>
            <a:endParaRPr lang="el-G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D6721-B11F-88D8-B9AE-92AB7E181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6809105" cy="3847207"/>
          </a:xfrm>
        </p:spPr>
        <p:txBody>
          <a:bodyPr/>
          <a:lstStyle/>
          <a:p>
            <a:pPr indent="-457200">
              <a:buAutoNum type="arabicPeriod"/>
            </a:pPr>
            <a:r>
              <a:rPr lang="el-GR" dirty="0">
                <a:solidFill>
                  <a:schemeClr val="bg1">
                    <a:lumMod val="50000"/>
                  </a:schemeClr>
                </a:solidFill>
              </a:rPr>
              <a:t>Επεξήγηση Συστήματος</a:t>
            </a:r>
          </a:p>
          <a:p>
            <a:pPr indent="-457200">
              <a:buAutoNum type="arabicPeriod"/>
            </a:pPr>
            <a:endParaRPr lang="el-GR" dirty="0">
              <a:solidFill>
                <a:schemeClr val="bg1">
                  <a:lumMod val="50000"/>
                </a:schemeClr>
              </a:solidFill>
            </a:endParaRPr>
          </a:p>
          <a:p>
            <a:pPr indent="-457200">
              <a:buAutoNum type="arabicPeriod"/>
            </a:pPr>
            <a:r>
              <a:rPr lang="el-GR" dirty="0">
                <a:solidFill>
                  <a:schemeClr val="bg1">
                    <a:lumMod val="50000"/>
                  </a:schemeClr>
                </a:solidFill>
              </a:rPr>
              <a:t>Εντοπισμός Προβλήματος</a:t>
            </a:r>
          </a:p>
          <a:p>
            <a:pPr indent="-457200">
              <a:buAutoNum type="arabicPeriod"/>
            </a:pPr>
            <a:endParaRPr lang="el-GR" dirty="0">
              <a:solidFill>
                <a:schemeClr val="bg1">
                  <a:lumMod val="50000"/>
                </a:schemeClr>
              </a:solidFill>
            </a:endParaRPr>
          </a:p>
          <a:p>
            <a:pPr indent="-457200">
              <a:buAutoNum type="arabicPeriod"/>
            </a:pPr>
            <a:r>
              <a:rPr lang="el-GR" dirty="0">
                <a:solidFill>
                  <a:schemeClr val="bg1">
                    <a:lumMod val="50000"/>
                  </a:schemeClr>
                </a:solidFill>
              </a:rPr>
              <a:t>Σχεδιαστικές Αποφάσεις</a:t>
            </a:r>
          </a:p>
          <a:p>
            <a:pPr indent="-457200">
              <a:buAutoNum type="arabicPeriod"/>
            </a:pPr>
            <a:endParaRPr lang="el-GR" dirty="0">
              <a:solidFill>
                <a:schemeClr val="bg1">
                  <a:lumMod val="50000"/>
                </a:schemeClr>
              </a:solidFill>
            </a:endParaRPr>
          </a:p>
          <a:p>
            <a:pPr indent="-457200">
              <a:buAutoNum type="arabicPeriod"/>
            </a:pPr>
            <a:r>
              <a:rPr lang="el-GR" dirty="0">
                <a:solidFill>
                  <a:schemeClr val="bg1">
                    <a:lumMod val="50000"/>
                  </a:schemeClr>
                </a:solidFill>
              </a:rPr>
              <a:t>Λύση Προβλήματος</a:t>
            </a:r>
          </a:p>
          <a:p>
            <a:pPr indent="-457200">
              <a:buAutoNum type="arabicPeriod"/>
            </a:pPr>
            <a:endParaRPr lang="el-GR" dirty="0">
              <a:solidFill>
                <a:schemeClr val="bg1">
                  <a:lumMod val="50000"/>
                </a:schemeClr>
              </a:solidFill>
            </a:endParaRPr>
          </a:p>
          <a:p>
            <a:pPr indent="-457200">
              <a:buAutoNum type="arabicPeriod"/>
            </a:pPr>
            <a:r>
              <a:rPr lang="el-GR" dirty="0">
                <a:solidFill>
                  <a:schemeClr val="bg1">
                    <a:lumMod val="50000"/>
                  </a:schemeClr>
                </a:solidFill>
              </a:rPr>
              <a:t>Συζήτηση Τελικής Λύσης</a:t>
            </a:r>
          </a:p>
          <a:p>
            <a:pPr marL="457200" indent="-457200">
              <a:buAutoNum type="arabicPeriod"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836228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217919"/>
            <a:ext cx="9144000" cy="635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40" y="2209800"/>
            <a:ext cx="9141460" cy="2539798"/>
          </a:xfrm>
          <a:prstGeom prst="rect">
            <a:avLst/>
          </a:prstGeom>
          <a:solidFill>
            <a:srgbClr val="CC0000"/>
          </a:solidFill>
        </p:spPr>
        <p:txBody>
          <a:bodyPr vert="horz" wrap="square" lIns="0" tIns="198755" rIns="0" bIns="0" rtlCol="0">
            <a:spAutoFit/>
          </a:bodyPr>
          <a:lstStyle/>
          <a:p>
            <a:pPr marL="2546350" algn="l">
              <a:lnSpc>
                <a:spcPct val="100000"/>
              </a:lnSpc>
              <a:spcBef>
                <a:spcPts val="1565"/>
              </a:spcBef>
            </a:pPr>
            <a:br>
              <a:rPr lang="el-GR" sz="3800" dirty="0">
                <a:solidFill>
                  <a:srgbClr val="FFFFFF"/>
                </a:solidFill>
              </a:rPr>
            </a:br>
            <a:r>
              <a:rPr lang="el-GR" sz="3800" dirty="0">
                <a:solidFill>
                  <a:srgbClr val="FFFFFF"/>
                </a:solidFill>
              </a:rPr>
              <a:t>        Ερωτήσεις</a:t>
            </a:r>
            <a:br>
              <a:rPr lang="el-GR" sz="3800" dirty="0">
                <a:solidFill>
                  <a:srgbClr val="FFFFFF"/>
                </a:solidFill>
              </a:rPr>
            </a:br>
            <a:br>
              <a:rPr lang="el-GR" sz="3800" dirty="0">
                <a:solidFill>
                  <a:srgbClr val="FFFFFF"/>
                </a:solidFill>
              </a:rPr>
            </a:br>
            <a:endParaRPr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CE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9CEE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111</Words>
  <Application>Microsoft Office PowerPoint</Application>
  <PresentationFormat>On-screen Show (4:3)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Cambria</vt:lpstr>
      <vt:lpstr>Georgia</vt:lpstr>
      <vt:lpstr>Times New Roman</vt:lpstr>
      <vt:lpstr>Office Theme</vt:lpstr>
      <vt:lpstr>Σχεδιαστικές Αποφάσεις</vt:lpstr>
      <vt:lpstr>Example</vt:lpstr>
      <vt:lpstr>Answer Template</vt:lpstr>
      <vt:lpstr>         Ερωτήσεις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1 - Introduction to Software Engineering</dc:title>
  <dc:creator>Apostolis Ampatzoglou</dc:creator>
  <cp:lastModifiedBy>Apostolis</cp:lastModifiedBy>
  <cp:revision>20</cp:revision>
  <dcterms:created xsi:type="dcterms:W3CDTF">2019-10-02T21:10:08Z</dcterms:created>
  <dcterms:modified xsi:type="dcterms:W3CDTF">2022-10-31T08:08:04Z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2018-12-18T00:00:00Z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2019-10-02T00:00:00Z</vt:filetime>
  </property>
</Properties>
</file>